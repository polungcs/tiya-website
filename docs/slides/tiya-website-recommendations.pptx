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B8401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6576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spc="400" kern="0" dirty="0">
                <a:solidFill>
                  <a:srgbClr val="FFFAF0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Taiwan Immigration Youth Alliance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移青陣官方網站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640080" y="315468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A1A0A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改善建議報告</a:t>
            </a:r>
            <a:endParaRPr lang="en-US" sz="6000" dirty="0"/>
          </a:p>
        </p:txBody>
      </p:sp>
      <p:sp>
        <p:nvSpPr>
          <p:cNvPr id="7" name="Shape 5"/>
          <p:cNvSpPr/>
          <p:nvPr/>
        </p:nvSpPr>
        <p:spPr>
          <a:xfrm>
            <a:off x="640080" y="4297680"/>
            <a:ext cx="146304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4805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給協會例會討論用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spc="300" kern="0" dirty="0">
                <a:solidFill>
                  <a:srgbClr val="CE59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2026-05-17  ·  v1.1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6446520"/>
            <a:ext cx="103628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FFFAF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台灣移民青年倡議陣線協會  ·  新二代留聲機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637215" y="64465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spc="200" kern="0" dirty="0">
                <a:solidFill>
                  <a:srgbClr val="FFFAF0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  /  21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  /  21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執行摘要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91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spc="300" kern="0" dirty="0">
                <a:solidFill>
                  <a:srgbClr val="CE59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TL;DR — 給時間有限的讀者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1091153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網站目前可瀏覽，但 尚未正式上線。8 個主要區塊、繁中／英文雙語。</a:t>
            </a:r>
            <a:endParaRPr lang="en-US" sz="19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協會帳戶已開戶，捐款區只差填入實際資訊就能對外。</a:t>
            </a:r>
            <a:endParaRPr lang="en-US" sz="19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擁有官網的核心價值：訊息主導權、長期內容資產、媒體／政府的對接正門、不被社群演算法綁架。</a:t>
            </a:r>
            <a:endParaRPr lang="en-US" sz="19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短期可加強（不大資源）：成員故事頁、FAQ、後台流量觀察。</a:t>
            </a:r>
            <a:endParaRPr lang="en-US" sz="19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中期等取得勸募字號後：完整捐款流程、年度成果報告網頁版。</a:t>
            </a:r>
            <a:endParaRPr lang="en-US" sz="1900" dirty="0"/>
          </a:p>
          <a:p>
            <a:pPr marL="279400" indent="-279400">
              <a:spcAft>
                <a:spcPts val="1400"/>
              </a:spcAft>
              <a:buSzPct val="100000"/>
              <a:buChar char="•"/>
            </a:pPr>
            <a:r>
              <a:rPr lang="en-US" sz="19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長期願景：東南亞語系擴充、Podcast — 都是「有資源時可以做」，非必做。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A1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FAEED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EF9F27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一</a:t>
            </a:r>
            <a:endParaRPr lang="en-US" sz="20000" dirty="0"/>
          </a:p>
        </p:txBody>
      </p:sp>
      <p:sp>
        <p:nvSpPr>
          <p:cNvPr id="5" name="Text 3"/>
          <p:cNvSpPr/>
          <p:nvPr/>
        </p:nvSpPr>
        <p:spPr>
          <a:xfrm>
            <a:off x="3840480" y="25146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現況盤點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3840480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spc="400" kern="0" dirty="0">
                <a:solidFill>
                  <a:srgbClr val="CE59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What We've Built So Far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840480" y="434340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8" name="Text 6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AEED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3  /  21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  /  21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1.1 ｜ 網站架構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828800"/>
            <a:ext cx="11521440" cy="502920"/>
          </a:xfrm>
          <a:prstGeom prst="rect">
            <a:avLst/>
          </a:prstGeom>
          <a:solidFill>
            <a:srgbClr val="B8401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288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AF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區塊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103120" y="182880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AF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內容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961120" y="18288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AF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狀態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2331720"/>
            <a:ext cx="11521440" cy="502920"/>
          </a:xfrm>
          <a:prstGeom prst="rect">
            <a:avLst/>
          </a:prstGeom>
          <a:solidFill>
            <a:srgbClr val="FAEEDA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33172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103120" y="233172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首屏：標語＋簡介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961120" y="23317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2834640"/>
            <a:ext cx="11521440" cy="502920"/>
          </a:xfrm>
          <a:prstGeom prst="rect">
            <a:avLst/>
          </a:prstGeom>
          <a:solidFill>
            <a:srgbClr val="FFFAF0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83464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About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03120" y="283464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關於我們、來源國家、核心價值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961120" y="283464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0080" y="3337560"/>
            <a:ext cx="11521440" cy="502920"/>
          </a:xfrm>
          <a:prstGeom prst="rect">
            <a:avLst/>
          </a:prstGeom>
          <a:solidFill>
            <a:srgbClr val="FAEEDA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33756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News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103120" y="333756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媒體報導（公視、想想論壇 2 篇）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961120" y="333756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40080" y="3840480"/>
            <a:ext cx="11521440" cy="502920"/>
          </a:xfrm>
          <a:prstGeom prst="rect">
            <a:avLst/>
          </a:prstGeom>
          <a:solidFill>
            <a:srgbClr val="FFFAF0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84048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Events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103120" y="384048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實體活動（FB 嵌入，2 場）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961120" y="384048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40080" y="4343400"/>
            <a:ext cx="11521440" cy="502920"/>
          </a:xfrm>
          <a:prstGeom prst="rect">
            <a:avLst/>
          </a:prstGeom>
          <a:solidFill>
            <a:srgbClr val="FAEEDA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34340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Column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2103120" y="434340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天下獨立評論專欄 3 篇＋投稿 CTA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961120" y="43434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0080" y="4846320"/>
            <a:ext cx="11521440" cy="502920"/>
          </a:xfrm>
          <a:prstGeom prst="rect">
            <a:avLst/>
          </a:prstGeom>
          <a:solidFill>
            <a:srgbClr val="FFFAF0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Donate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2103120" y="484632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免責聲明＋匯款資訊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961120" y="48463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🟡 帳戶已開戶，待填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0080" y="5349240"/>
            <a:ext cx="11521440" cy="502920"/>
          </a:xfrm>
          <a:prstGeom prst="rect">
            <a:avLst/>
          </a:prstGeom>
          <a:solidFill>
            <a:srgbClr val="FAEEDA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34924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Social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2103120" y="534924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FB、IG、Email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961120" y="534924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 可加 Threads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5852160"/>
            <a:ext cx="11521440" cy="502920"/>
          </a:xfrm>
          <a:prstGeom prst="rect">
            <a:avLst/>
          </a:prstGeom>
          <a:solidFill>
            <a:srgbClr val="FFFAF0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" y="585216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Footer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2103120" y="585216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聯絡、社群、版權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8961120" y="585216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✅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  /  21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1.2 ｜ 技術基底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83080"/>
            <a:ext cx="109728" cy="132588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8" name="Shape 6"/>
          <p:cNvSpPr/>
          <p:nvPr/>
        </p:nvSpPr>
        <p:spPr>
          <a:xfrm>
            <a:off x="749808" y="1783080"/>
            <a:ext cx="10728655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7452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Astro（網站框架）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233172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「靜態網站」白話：像印好的書，打開就快。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適合我們的內容型網站 — 不用主機月費、不用資料庫。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未來要做會員/募款這類互動功能也能「混搭」加上去。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273552"/>
            <a:ext cx="109728" cy="132588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12" name="Shape 10"/>
          <p:cNvSpPr/>
          <p:nvPr/>
        </p:nvSpPr>
        <p:spPr>
          <a:xfrm>
            <a:off x="749808" y="3273552"/>
            <a:ext cx="10728655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364992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Markdown（內容管理）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14400" y="3822192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活動、專欄、新聞都是純文字檔放在 src/content/。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新增一篇 = 新增一個檔案，技術門檻低。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764024"/>
            <a:ext cx="109728" cy="132588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16" name="Shape 14"/>
          <p:cNvSpPr/>
          <p:nvPr/>
        </p:nvSpPr>
        <p:spPr>
          <a:xfrm>
            <a:off x="749808" y="4764024"/>
            <a:ext cx="10728655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55464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GitHub + Cloudflare（部署）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4400" y="5312664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改完內容 push 到 GitHub → Cloudflare 自動 build 上線。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1-2 分鐘內生效，零月費。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989320"/>
            <a:ext cx="10911535" cy="548640"/>
          </a:xfrm>
          <a:prstGeom prst="rect">
            <a:avLst/>
          </a:prstGeom>
          <a:solidFill>
            <a:srgbClr val="FAEEDA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59893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🗣  待討論：</a:t>
            </a:r>
            <a:pPr indent="0" marL="0"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未來租用正式網域（例如 tiya.org.tw），部署仍走 Cloudflare，網域一年約 NT$700-1500。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6  /  21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1.3 ｜ 法律邊界（重要前提）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745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協會尚未取得勸募字號 — 網站上：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5318608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4F79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788920"/>
            <a:ext cx="495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7942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✅  可以做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495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被動提供匯款帳戶資訊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捐款收據說明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匯款後的通知表單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33008" y="2606040"/>
            <a:ext cx="5318608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B840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5888" y="2788920"/>
            <a:ext cx="495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❌  不能做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15888" y="3383280"/>
            <a:ext cx="495284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「Donate Now」「支持我們」這類號召性按鈕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「100 元＝場地費」這類捐款金額示意</a:t>
            </a:r>
            <a:endParaRPr lang="en-US" sz="1700" dirty="0"/>
          </a:p>
          <a:p>
            <a:pPr marL="279400" indent="-279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任何「請捐款」訊息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A1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FAEED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EF9F27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二</a:t>
            </a:r>
            <a:endParaRPr lang="en-US" sz="20000" dirty="0"/>
          </a:p>
        </p:txBody>
      </p:sp>
      <p:sp>
        <p:nvSpPr>
          <p:cNvPr id="5" name="Text 3"/>
          <p:cNvSpPr/>
          <p:nvPr/>
        </p:nvSpPr>
        <p:spPr>
          <a:xfrm>
            <a:off x="3840480" y="25146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為什麼需要自己的官網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3840480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spc="400" kern="0" dirty="0">
                <a:solidFill>
                  <a:srgbClr val="CE59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Why Owning a Website Matters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840480" y="434340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8" name="Text 6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AEED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7  /  21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8  /  21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為什麼需要官網？(1/3)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965960"/>
            <a:ext cx="914400" cy="914400"/>
          </a:xfrm>
          <a:prstGeom prst="ellipse">
            <a:avLst/>
          </a:prstGeom>
          <a:solidFill>
            <a:srgbClr val="B8401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659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2.1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83080" y="1874520"/>
            <a:ext cx="9768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訊息主導權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783080" y="2514600"/>
            <a:ext cx="9768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社群演算法不是協會控制的。FB 一調，觸及率掉到 10%。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Meta 哪天封了帳號、IG 哪天倒了 — 故事還在自己的網域上。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0080" y="4389120"/>
            <a:ext cx="914400" cy="914400"/>
          </a:xfrm>
          <a:prstGeom prst="ellipse">
            <a:avLst/>
          </a:prstGeom>
          <a:solidFill>
            <a:srgbClr val="B8401E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389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2.2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783080" y="4297680"/>
            <a:ext cx="9768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對外的「正門」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783080" y="4937760"/>
            <a:ext cx="9768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記者、立委、學者、企業要找協會時，第一件事是 Google。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看到的是 FB 還是官網，給的信任感差很多。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  /  21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為什麼需要官網？(2/3)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965960"/>
            <a:ext cx="914400" cy="914400"/>
          </a:xfrm>
          <a:prstGeom prst="ellipse">
            <a:avLst/>
          </a:prstGeom>
          <a:solidFill>
            <a:srgbClr val="B8401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659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2.3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83080" y="1874520"/>
            <a:ext cx="9768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SEO — 被陌生人主動 Google 到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783080" y="2514600"/>
            <a:ext cx="97685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社群貼文 Google 搜不太到，官網文章每篇都是長期入口。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民眾搜「新二代 身分認同」「移民工 政策」時，官網內容會出現。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0080" y="4023360"/>
            <a:ext cx="73152" cy="169164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4023360"/>
            <a:ext cx="1068293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補充</a:t>
            </a:r>
            <a:pPr indent="0" marL="0">
              <a:buNone/>
            </a:pPr>
            <a:r>
              <a:rPr lang="en-US" sz="1600" i="1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：不是說社群沒用了。限時動態、即時活動快訊、互動式留言 — 社群仍然是主場。重點是「不同類型內容用不同管道」：永久性的放官網，即時／互動性的放社群。兩者互補，不是替代。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  /  21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為什麼需要官網？(3/3)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965960"/>
            <a:ext cx="914400" cy="914400"/>
          </a:xfrm>
          <a:prstGeom prst="ellipse">
            <a:avLst/>
          </a:prstGeom>
          <a:solidFill>
            <a:srgbClr val="B8401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659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2.4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83080" y="1874520"/>
            <a:ext cx="9768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國際對話的入口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783080" y="2514600"/>
            <a:ext cx="9768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英文版讓我們有資格出現在國際移民倡議、人權報告、跨國 NGO 場合。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IG／FB 國際讀者不熟悉，但他們會看英文網頁。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0080" y="4389120"/>
            <a:ext cx="914400" cy="914400"/>
          </a:xfrm>
          <a:prstGeom prst="ellipse">
            <a:avLst/>
          </a:prstGeom>
          <a:solidFill>
            <a:srgbClr val="B8401E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389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2.5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783080" y="4297680"/>
            <a:ext cx="9768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內容是資產，不是即時動態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783080" y="4937760"/>
            <a:ext cx="9768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社群貼文生命週期是「幾天」。網站上的故事、活動紀錄、年度報告是「永遠」。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五年後新進的工作者、合作夥伴、研究者都還能完整看到歷程。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11  /  21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2.6 ｜🗣 待討論：身份分流入口？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745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一進站就讓訪客自己選身份，例如「我是個人／我是媒體／我是學者」。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5318608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4F79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495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7942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✅  好處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3474720"/>
            <a:ext cx="49528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訪客一進來就知道往哪走</a:t>
            </a:r>
            <a:endParaRPr lang="en-US" sz="1800" dirty="0"/>
          </a:p>
          <a:p>
            <a:pPr marL="279400" indent="-2794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節省雙方時間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233008" y="2697480"/>
            <a:ext cx="5318608" cy="2788920"/>
          </a:xfrm>
          <a:prstGeom prst="rect">
            <a:avLst/>
          </a:prstGeom>
          <a:solidFill>
            <a:srgbClr val="FFFFFF"/>
          </a:solidFill>
          <a:ln w="19050">
            <a:solidFill>
              <a:srgbClr val="B840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15888" y="2880360"/>
            <a:ext cx="495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⚠️  壞處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15888" y="3474720"/>
            <a:ext cx="49528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需要協會內部清楚的窗口分工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（媒體找誰回？民眾求助找誰？學術合作找誰？）</a:t>
            </a:r>
            <a:endParaRPr lang="en-US" sz="1800" dirty="0"/>
          </a:p>
          <a:p>
            <a:pPr marL="279400" indent="-2794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分流後沒人接、反而更糟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A1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FAEED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EF9F27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三</a:t>
            </a:r>
            <a:endParaRPr lang="en-US" sz="20000" dirty="0"/>
          </a:p>
        </p:txBody>
      </p:sp>
      <p:sp>
        <p:nvSpPr>
          <p:cNvPr id="5" name="Text 3"/>
          <p:cNvSpPr/>
          <p:nvPr/>
        </p:nvSpPr>
        <p:spPr>
          <a:xfrm>
            <a:off x="3840480" y="25146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現有區塊可以加強什麼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3840480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spc="400" kern="0" dirty="0">
                <a:solidFill>
                  <a:srgbClr val="CE59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Improvements to Existing Sections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840480" y="434340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8" name="Text 6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AEED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12  /  21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13  /  21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改進建議 (1/2) ｜Hero / About / News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874520"/>
            <a:ext cx="109728" cy="137160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965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3.1 Hero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2514600"/>
            <a:ext cx="10682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加一句情感入口式的標語（目前是描述句）。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方向：「讓每一個新二代的聲音都被聽見」「家鄉是兩個地方，認同是一個自己」。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383280"/>
            <a:ext cx="109728" cy="137160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4747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3.2 About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68680" y="4023360"/>
            <a:ext cx="10682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現階段沒有特別要改動。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892040"/>
            <a:ext cx="109728" cy="137160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9834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3.3 News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68680" y="5532120"/>
            <a:ext cx="106829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每多一篇報導累積一張卡（自然累積即可）。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🗣 待討論：要不要做「媒體採訪聯絡單」？看協會有無人力定期更新。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14  /  21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改進建議 (2/2) ｜Events / Column / Donate / Social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828800"/>
            <a:ext cx="109728" cy="100584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874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3.4 Events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2331720"/>
            <a:ext cx="10682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已經夠用。可加：觀眾回饋摘要、活動影音 highlight。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926080"/>
            <a:ext cx="109728" cy="100584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971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3.5 Column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8680" y="3429000"/>
            <a:ext cx="10682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投稿描述改成「歡迎任何人投稿」（不只成員）。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加一句「我們提供寫作協助，沒寫過文章的也可以投」。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023360"/>
            <a:ext cx="109728" cy="100584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069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3.6 Donate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68680" y="4526280"/>
            <a:ext cx="10682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等帳戶資訊到位就把「待確認」換成實際資訊。沒有急迫性。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5120640"/>
            <a:ext cx="109728" cy="1005840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51663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3.7 Social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68680" y="5623560"/>
            <a:ext cx="10682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加入 Threads 連結（協會已有官方帳號）。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YouTube / Podcast 等有影音內容再加。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A1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FAEED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EF9F27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四</a:t>
            </a:r>
            <a:endParaRPr lang="en-US" sz="20000" dirty="0"/>
          </a:p>
        </p:txBody>
      </p:sp>
      <p:sp>
        <p:nvSpPr>
          <p:cNvPr id="5" name="Text 3"/>
          <p:cNvSpPr/>
          <p:nvPr/>
        </p:nvSpPr>
        <p:spPr>
          <a:xfrm>
            <a:off x="3840480" y="25146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可以新增什麼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3840480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spc="400" kern="0" dirty="0">
                <a:solidFill>
                  <a:srgbClr val="CE59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New Features by Timeline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840480" y="434340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8" name="Text 6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AEED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15  /  21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16  /  21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4.1 短期 ｜1-2 個月內可動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965960"/>
            <a:ext cx="777240" cy="777240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9659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00200" y="1920240"/>
            <a:ext cx="99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成員故事頁（「故事牆」）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600200" y="2468880"/>
            <a:ext cx="9951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每位（願意公開的）成員一張卡：照片、原生國家、自述、想對台灣社會說的話。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呼應協會「留聲機 = 記錄聲音」的核心定位。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474720"/>
            <a:ext cx="777240" cy="777240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4747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B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99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FAQ 常見問題頁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600200" y="3977640"/>
            <a:ext cx="9951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回答：新二代定義？如何加入？如何投稿？為什麼還不能線上捐款？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減輕內部回訊息工作、為 SEO 加分。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983480"/>
            <a:ext cx="777240" cy="777240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9834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C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00200" y="4937760"/>
            <a:ext cx="99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站長後台流量觀察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600200" y="5486400"/>
            <a:ext cx="9951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 Cloudflare Web Analytics（免費、不放 cookie、隱私友善）。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讓協會內部能看每日訪客數、來源、熱門頁面。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17  /  21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4.2 中期 ｜取得勸募字號後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011680"/>
            <a:ext cx="777240" cy="777240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011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00200" y="1965960"/>
            <a:ext cx="99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完整捐款流程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514600"/>
            <a:ext cx="9951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線上金流（信用卡 / Apple Pay / Line Pay）— 走 NetiCRM 或 OurStable 之類的 NGO 平台。</a:t>
            </a:r>
            <a:endParaRPr lang="en-US" sz="16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捐款層級示意（例如「3000 元贊助辦公室半月租金」）— 例子要等協會實際開支結構出來再校準。</a:t>
            </a:r>
            <a:endParaRPr lang="en-US" sz="16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月定額會員方案 + 收據自動寄送。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777240" cy="777240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343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B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00200" y="4297680"/>
            <a:ext cx="9951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年度成果報告（網頁版）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4846320"/>
            <a:ext cx="9951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如果未來協會有意做年度報告，做成互動式網頁（數據圖表＋精選故事＋來年方向）優於只給 PDF。</a:t>
            </a:r>
            <a:endParaRPr lang="en-US" sz="16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是否做、何時做都看協會年度規劃，非必做。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18  /  21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4.3 長期願景 ｜有資源才做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37360"/>
            <a:ext cx="10911535" cy="457200"/>
          </a:xfrm>
          <a:prstGeom prst="rect">
            <a:avLst/>
          </a:prstGeom>
          <a:solidFill>
            <a:srgbClr val="FAEED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7373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8401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這節都是「有資源才能做、現在不必煩惱」的方向 — 當作可能性，不是承諾。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685800" cy="685800"/>
          </a:xfrm>
          <a:prstGeom prst="ellipse">
            <a:avLst/>
          </a:prstGeom>
          <a:solidFill>
            <a:srgbClr val="CE594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63040" y="2423160"/>
            <a:ext cx="10088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東南亞語系擴充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88036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越南、印尼、泰國、菲律賓⋯ 至少首頁＋關於＋聯絡，象徵意義大。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門檻很高（要找母語者長期協助、每次更新要多語同步）。「有夢很美」方向。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886200"/>
            <a:ext cx="685800" cy="685800"/>
          </a:xfrm>
          <a:prstGeom prst="ellipse">
            <a:avLst/>
          </a:prstGeom>
          <a:solidFill>
            <a:srgbClr val="CE594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886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B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463040" y="3840480"/>
            <a:ext cx="10088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Podcast / 影音故事典藏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63040" y="429768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呼應「留聲機」品牌意象。需要設備、剪輯時間、上架費用。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列入「如果未來有預算可以做」。參考：StoryCorps（美國口述歷史 NGO）。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5303520"/>
            <a:ext cx="685800" cy="685800"/>
          </a:xfrm>
          <a:prstGeom prst="ellipse">
            <a:avLst/>
          </a:prstGeom>
          <a:solidFill>
            <a:srgbClr val="CE5942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5303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C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463040" y="5257800"/>
            <a:ext cx="100885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議題搜尋連動的內容地圖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463040" y="5715000"/>
            <a:ext cx="100885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所有內容依議題（升學、勸募、認同、家庭、政策⋯）交叉索引。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等內容累積到 30+ 篇才有意義。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A1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FAEED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3200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0" b="1" dirty="0">
                <a:solidFill>
                  <a:srgbClr val="EF9F27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五</a:t>
            </a:r>
            <a:endParaRPr lang="en-US" sz="20000" dirty="0"/>
          </a:p>
        </p:txBody>
      </p:sp>
      <p:sp>
        <p:nvSpPr>
          <p:cNvPr id="5" name="Text 3"/>
          <p:cNvSpPr/>
          <p:nvPr/>
        </p:nvSpPr>
        <p:spPr>
          <a:xfrm>
            <a:off x="3840480" y="25146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參考案例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3840480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spc="400" kern="0" dirty="0">
                <a:solidFill>
                  <a:srgbClr val="CE59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Reference NGOs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840480" y="434340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8" name="Text 6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FAEED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19  /  21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20  /  21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參考案例 ｜三個對標的 NGO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828800"/>
            <a:ext cx="10911535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28800"/>
            <a:ext cx="109728" cy="1417320"/>
          </a:xfrm>
          <a:prstGeom prst="rect">
            <a:avLst/>
          </a:prstGeom>
          <a:solidFill>
            <a:srgbClr val="B8401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9659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婦女救援基金會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14400" y="2377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spc="300" kern="0" dirty="0">
                <a:solidFill>
                  <a:srgbClr val="CE59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TWRF · 國內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274320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議題（人口販運、性暴力、慰安婦、新移民）各有獨立議題頁 + 資源庫。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故事為核心：當事人匿名敘事、影像紀錄。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383280"/>
            <a:ext cx="10911535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383280"/>
            <a:ext cx="109728" cy="1417320"/>
          </a:xfrm>
          <a:prstGeom prst="rect">
            <a:avLst/>
          </a:prstGeom>
          <a:solidFill>
            <a:srgbClr val="B8401E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520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Define American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14400" y="3931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spc="300" kern="0" dirty="0">
                <a:solidFill>
                  <a:srgbClr val="CE59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美國 · 和 TIYA 任務最像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429768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由移民出身的記者 Jose Antonio Vargas 創辦。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用個人故事推動議題；有專屬「Hollywood 合作」頁面協助影視作品準確呈現移民。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937760"/>
            <a:ext cx="10911535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F5DFB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4937760"/>
            <a:ext cx="109728" cy="1417320"/>
          </a:xfrm>
          <a:prstGeom prst="rect">
            <a:avLst/>
          </a:prstGeom>
          <a:solidFill>
            <a:srgbClr val="B8401E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0749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StoryCorps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14400" y="5486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spc="300" kern="0" dirty="0">
                <a:solidFill>
                  <a:srgbClr val="CE5942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美國 · 名字呼應「留聲機」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4400" y="585216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純口述歷史 NGO，每段錄音都有對應網頁卡片＋文字摘要＋背景介紹。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「聲音故事典藏」的國際標竿。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A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F9F2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TIYA · 移青陣留聲機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63721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spc="200" kern="0" dirty="0">
                <a:solidFill>
                  <a:srgbClr val="5C431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21  /  21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8580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🗣  給例會的討論題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280160" cy="54864"/>
          </a:xfrm>
          <a:prstGeom prst="rect">
            <a:avLst/>
          </a:prstGeom>
          <a:solidFill>
            <a:srgbClr val="CE594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C43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以下都不需要當天決議，可以列入後續觀察：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2496312"/>
            <a:ext cx="502920" cy="502920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0160" y="24688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網域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26280" y="2468880"/>
            <a:ext cx="7025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未來要不要正式租用 tiya.org.tw？由誰負責登記？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209544"/>
            <a:ext cx="502920" cy="502920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95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80160" y="318211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身份分流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26280" y="3182112"/>
            <a:ext cx="7025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要不要做「我是個人／媒體／學者」入口？協會有對應分工嗎？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3922776"/>
            <a:ext cx="502920" cy="502920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9227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80160" y="389534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Hero 標語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26280" y="3895344"/>
            <a:ext cx="7025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要不要正式定一句對外標語？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4636008"/>
            <a:ext cx="502920" cy="502920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6360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80160" y="460857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媒體採訪聯絡單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526280" y="4608576"/>
            <a:ext cx="7025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對外採訪窗口分工是怎樣？要不要做正式聯絡單？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40080" y="5349240"/>
            <a:ext cx="502920" cy="502920"/>
          </a:xfrm>
          <a:prstGeom prst="ellipse">
            <a:avLst/>
          </a:prstGeom>
          <a:solidFill>
            <a:srgbClr val="EF9F27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349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AF0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80160" y="532180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401E"/>
                </a:solidFill>
                <a:latin typeface="Noto Serif TC" pitchFamily="34" charset="0"/>
                <a:ea typeface="Noto Serif TC" pitchFamily="34" charset="-122"/>
                <a:cs typeface="Noto Serif TC" pitchFamily="34" charset="-120"/>
              </a:rPr>
              <a:t>成員故事頁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526280" y="5321808"/>
            <a:ext cx="7025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A1A0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如果做，哪些成員有意願公開？用什麼方式呈現？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TIYA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移青陣官方網站改善建議報告</dc:title>
  <dc:subject>v1.1 — 給協會例會討論用</dc:subject>
  <dc:creator>台灣移民青年倡議陣線協會</dc:creator>
  <cp:lastModifiedBy>台灣移民青年倡議陣線協會</cp:lastModifiedBy>
  <cp:revision>1</cp:revision>
  <dcterms:created xsi:type="dcterms:W3CDTF">2026-05-17T15:36:41Z</dcterms:created>
  <dcterms:modified xsi:type="dcterms:W3CDTF">2026-05-17T15:36:41Z</dcterms:modified>
</cp:coreProperties>
</file>