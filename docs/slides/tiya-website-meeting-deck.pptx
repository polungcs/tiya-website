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FFFA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Taiwan Immigration Youth Alliance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TIYA 官方網站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A1A0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開發進度與下一步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46304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例會分享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2026-05-17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台灣移民青年倡議陣線協會  ·  新二代留聲機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37215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FF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 /  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今天要分享的重點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TL;DR — 給時間有限的讀者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115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網站目前可瀏覽，但 尚未正式上線。8 個主要區塊、繁中／英文雙語。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協會帳戶已開戶，捐款區只差填入實際資訊就能對外。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擁有官網的核心價值：訊息主導權、長期內容資產、媒體／政府的對接正門、不被社群演算法綁架。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🔴 例會今天最重要的兩件事：網域 + Hero 標語。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🟡 給成員許願：成員故事頁（自願公開的人才做）。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⚪ 其他可以慢慢聊的：身份分流、媒體採訪聯絡單。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一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現況盤點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What We've Built So Far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 /  22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1.1 ｜ 網站架構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1521440" cy="5029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區塊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03120" y="1828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首屏：標語＋簡介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2331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About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關於我們、來源國家、核心價值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3337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媒體報導（公視、想想論壇 2 篇）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0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3840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實體活動（FB 嵌入，2 場）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Column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03120" y="4343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天下獨立評論專欄 3 篇＋投稿 CTA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84632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Donate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103120" y="4846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免責聲明＋匯款資訊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🟡 帳戶已開戶，待填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534924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49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Social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03120" y="5349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FB、IG、Threads、Email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1120" y="5349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585216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Footer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103120" y="5852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聯絡、社群、版權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61120" y="5852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1.2 ｜ 技術基底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28800"/>
            <a:ext cx="1072865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Astro（網站框架）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「靜態網站」白話：像印好的書，打開就快。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適合我們的內容型網站 — 不用主機月費、不用資料庫。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未來要做會員/募款這類互動功能也能「混搭」加上去。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383280"/>
            <a:ext cx="1072865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74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Markdown（內容管理）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活動、專欄、新聞都是純文字檔放在 src/content/。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新增一篇 = 新增一個檔案，技術門檻低。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4937760"/>
            <a:ext cx="1072865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GitHub + Cloudflare（部署）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改完內容 push 到 GitHub → Cloudflare 自動 build 上線。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1-2 分鐘內生效，零月費。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89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🔴 重要：</a:t>
            </a:r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下一步是租正式網域（例如 tiya.org.tw）。詳見下一張投影片 →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🔴  </a:t>
            </a:r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1.2 重要待討論：網域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換掉現在的 leepolung1.workers.dev，租一個正式網域 — 讓官網「正式存在」的最後一步。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31860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94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✅  我的建議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9528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網域種類：tiya.org.tw（.org.tw 是台灣立案 NGO 專屬，最有信任感）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註冊商：戰國策 或 匯智（台灣本地，.org.tw 流程順）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年費：NT$800-1200（含隱私保護，買 2-3 年更省事）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執行：理事長持證件去註冊，技術窗口（我）接後續 DNS／網站設定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2423160"/>
            <a:ext cx="531860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26060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🗣  例會要決議的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5888" y="3200400"/>
            <a:ext cx="49528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要不要租？（建議：要）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確認名字（tiya.org.tw 是否可用，要不要備案）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誰持有？協會官方信箱密碼誰管？（這是關鍵 — 個人持有風險很大）</a:t>
            </a:r>
            <a:endParaRPr lang="en-US" sz="16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預算 NT$800-1200/年由協會公帳支出，誰刷卡？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📄 完整細節：報告書 1.2 節（網域種類比較、註冊商價格、申請流程、誰持有的風險）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1.3 ｜ 法律邊界（重要前提）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協會尚未取得勸募字號 — 網站上：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318608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94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✅  可以做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被動提供匯款帳戶資訊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捐款收據說明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匯款後的通知表單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3008" y="2606040"/>
            <a:ext cx="5318608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278892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❌  不能做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5888" y="338328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「Donate Now」「支持我們」這類號召性按鈕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「100 元＝場地費」這類捐款金額示意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任何「請捐款」訊息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二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為什麼需要自己的官網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Why Owning a Website Matters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 /  22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為什麼需要官網？(1/3)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訊息主導權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社群演算法不是協會控制的。FB 一調，觸及率掉到 10%。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 哪天封了帳號、IG 哪天倒了 — 故事還在自己的網域上。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29768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對外的「正門」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93776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記者、立委、學者、企業要找協會時，第一件事是 Google。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看到的是 FB 還是官網，給的信任感差很多。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為什麼需要官網？(2/3)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SEO — 被陌生人主動 Google 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社群貼文 Google 搜不太到，官網文章每篇都是長期入口。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民眾搜「新二代 身分認同」「移民工 政策」時，官網內容會出現。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3152" cy="16916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23360"/>
            <a:ext cx="106829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補充</a:t>
            </a:r>
            <a:pPr indent="0" marL="0">
              <a:buNone/>
            </a:pPr>
            <a:r>
              <a:rPr lang="en-US" sz="16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：不是說社群沒用了。限時動態、即時活動快訊、互動式留言 — 社群仍然是主場。重點是「不同類型內容用不同管道」：永久性的放官網，即時／互動性的放社群。兩者互補，不是替代。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為什麼需要官網？(3/3)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國際對話的入口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英文版讓我們有資格出現在國際移民倡議、人權報告、跨國 NGO 場合。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IG／FB 國際讀者不熟悉，但他們會看英文網頁。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29768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內容是資產，不是即時動態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93776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社群貼文生命週期是「幾天」。網站上的故事、活動紀錄、年度報告是「永遠」。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五年後新進的工作者、合作夥伴、研究者都還能完整看到歷程。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2.6 ｜⚪ 可討論：身份分流入口？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一進站就讓訪客自己選身份，例如「我是個人／我是媒體／我是學者」。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31860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94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✅  好處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95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訪客一進來就知道往哪走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節省雙方時間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3008" y="2697480"/>
            <a:ext cx="531860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2880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⚠️  壞處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5888" y="3474720"/>
            <a:ext cx="495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需要協會內部清楚的窗口分工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（媒體找誰回？民眾求助找誰？學術合作找誰？）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分流後沒人接，反而更糟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現有區塊可以加強什麼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Improvements to Existing Sections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 /  22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改進建議 (1/2) ｜Hero / About / News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7452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3.1 Hero  🔴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加一句情感入口式的標語（目前是描述句）。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方向：「讓每一個新二代的聲音都被聽見」「家鄉是兩個地方，認同是一個自己」。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3.2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現階段沒有特別要改動。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83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3.3 News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553212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每多一篇報導累積一張卡（自然累積即可）。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⚪ 可討論：要不要做「媒體採訪聯絡單」？看協會有無人力定期更新。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改進建議 (2/2) ｜Events / Column / Donate / Social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3.4 Events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已經夠用。可加：觀眾回饋摘要、活動影音 highlight。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3.5 Column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投稿描述改成「歡迎任何人投稿」（不只成員）。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加一句「我們提供寫作協助，沒寫過文章的也可以投」。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3.6 Donate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等帳戶資訊到位就把「待確認」換成實際資訊。沒有急迫性。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3.7 Social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已加入 Threads 連結（2026-05-17 完成）。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YouTube / Podcast 等有影音內容再加。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四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可以新增什麼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New Features by Timeline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 /  22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4.1 短期 ｜1-2 個月內可動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成員故事頁（「故事牆」）  🟡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每位（願意公開的）成員一張卡：照片、原生國家、自述、想對台灣社會說的話。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呼應協會「留聲機 = 記錄聲音」的核心定位。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FAQ 常見問題頁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397764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回答：新二代定義？如何加入？如何投稿？為什麼還不能線上捐款？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減輕內部回訊息工作、為 SEO 加分。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493776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站長後台流量觀察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00200" y="548640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Cloudflare Web Analytics（免費、不放 cookie、隱私友善）。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讓協會內部能看每日訪客數、來源、熱門頁面。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4.2 中期 ｜取得勸募字號後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完整捐款流程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951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線上金流（信用卡 / Apple Pay / Line Pay）— 走 NetiCRM 或 OurStable 之類的 NGO 平台。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捐款層級示意（例如「3000 元贊助辦公室半月租金」）— 例子要等協會實際開支結構出來再校準。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月定額會員方案 + 收據自動寄送。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42976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年度成果報告（網頁版）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846320"/>
            <a:ext cx="9951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如果未來協會有意做年度報告，做成互動式網頁（數據圖表＋精選故事＋來年方向）優於只給 PDF。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是否做、何時做都看協會年度規劃，非必做。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4.3 長期願景 ｜有資源才做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這節都是「有資源才能做、現在不必煩惱」的方向 — 當作可能性，不是承諾。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東南亞語系擴充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越南、印尼、泰國、菲律賓⋯ 至少首頁＋關於＋聯絡，象徵意義大。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門檻很高（要找母語者長期協助、每次更新要多語同步）。「有夢很美」方向。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Podcast / 影音故事典藏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2976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呼應「留聲機」品牌意象。需要設備、剪輯時間、上架費用。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列入「如果未來有預算可以做」。參考：StoryCorps（美國口述歷史 NGO）。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0352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03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25780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議題搜尋連動的內容地圖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71500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所有內容依議題（升學、勸募、認同、家庭、政策⋯）交叉索引。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等內容累積到 30+ 篇才有意義。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五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參考案例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Reference NGOs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 /  22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參考案例 ｜三個對標的 NGO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婦女救援基金會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TWRF · 國內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議題（人口販運、性暴力、慰安婦、新移民）各有獨立議題頁 + 資源庫。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故事為核心：當事人匿名敘事、影像紀錄。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8328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Define American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美國 · 和 TIYA 任務最像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由移民出身的記者 Jose Antonio Vargas 創辦。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用個人故事推動議題；有專屬「Hollywood 合作」頁面協助影視作品準確呈現移民。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93776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StoryCorps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美國 · 名字呼應「留聲機」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8521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純口述歷史 NGO，每段錄音都有對應網頁卡片＋文字摘要＋背景介紹。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「聲音故事典藏」的國際標竿。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 /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🗣  給例會的討論題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依重要程度分三層：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11680" cy="36576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🔴  重要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例會當天討論並做方向決議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798064"/>
            <a:ext cx="411480" cy="41148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網域（見 1.2）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761488"/>
            <a:ext cx="6065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tiya.org.tw 要不要租？預算 NT$800-1200/年，誰執行、誰持有？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64992"/>
            <a:ext cx="411480" cy="41148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3284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Hero 首屏標語（見 3.1）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328416"/>
            <a:ext cx="6065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要不要正式定一句對外口號？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2011680" cy="3657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🟡  許願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041648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給成員許願，看意願再做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4553712"/>
            <a:ext cx="411480" cy="41148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5171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成員故事頁（見 4.1 A）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4517136"/>
            <a:ext cx="6065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願意公開自己故事的成員一張卡。完全自願。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230368"/>
            <a:ext cx="2011680" cy="365760"/>
          </a:xfrm>
          <a:prstGeom prst="rect">
            <a:avLst/>
          </a:prstGeom>
          <a:solidFill>
            <a:srgbClr val="8A7A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30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⚪  非必要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43200" y="5230368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想聊就聊，不聊也沒差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5742432"/>
            <a:ext cx="411480" cy="411480"/>
          </a:xfrm>
          <a:prstGeom prst="ellipse">
            <a:avLst/>
          </a:prstGeom>
          <a:solidFill>
            <a:srgbClr val="8A7A6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742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7058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身份分流入口（見 2.6）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0" y="5705856"/>
            <a:ext cx="6065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我是個人／媒體／學者分流頁面。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6309360"/>
            <a:ext cx="411480" cy="411480"/>
          </a:xfrm>
          <a:prstGeom prst="ellipse">
            <a:avLst/>
          </a:prstGeom>
          <a:solidFill>
            <a:srgbClr val="8A7A66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6309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25880" y="62727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媒體採訪聯絡單（見 3.3）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0" y="6272784"/>
            <a:ext cx="6065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PDF 形式的協會簡介＋對外發言窗口。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TIYA 官方網站｜例會分享</dc:title>
  <dc:subject>官方網站開發進度與下一步</dc:subject>
  <dc:creator>台灣移民青年倡議陣線協會</dc:creator>
  <cp:lastModifiedBy>台灣移民青年倡議陣線協會</cp:lastModifiedBy>
  <cp:revision>1</cp:revision>
  <dcterms:created xsi:type="dcterms:W3CDTF">2026-05-17T16:28:24Z</dcterms:created>
  <dcterms:modified xsi:type="dcterms:W3CDTF">2026-05-17T16:28:24Z</dcterms:modified>
</cp:coreProperties>
</file>